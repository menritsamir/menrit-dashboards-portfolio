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mov</a:t>
            </a:r>
            <a:r>
              <a:rPr b="0" lang="en-US" sz="4400" spc="-1" strike="noStrike">
                <a:latin typeface="Arial"/>
              </a:rPr>
              <a:t>e 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9E4AE10B-772F-4702-B899-413742FD76E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lineChart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lineChart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clusteredColumnChart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cardVisual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clusteredBarChart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clusteredColumnChart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clusteredBarChart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donutChart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clusteredBarChart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clusteredBarChart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pieChart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Total Orders &amp; Customers by Age Group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Total Revenues &amp; profit by Age Group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Loyalty members by Age Group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pieChart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clusteredColumnChart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Customers by Join Date &amp; Age Group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image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actionButton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No alt text provided</a:t>
            </a:r>
            <a:endParaRPr b="0" lang="en-US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app.powerbi.com/groups/me/reports/e402c251-3b44-4b77-a903-ce0b728a1476?pbi_source=PowerPoint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</p:pic>
      <p:sp>
        <p:nvSpPr>
          <p:cNvPr id="83" name="CustomShape 1"/>
          <p:cNvSpPr/>
          <p:nvPr/>
        </p:nvSpPr>
        <p:spPr>
          <a:xfrm>
            <a:off x="810720" y="2982240"/>
            <a:ext cx="6313320" cy="59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27000"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f3c910"/>
                </a:solidFill>
                <a:latin typeface="Segoe UI Light"/>
                <a:ea typeface="Segoe UI Light"/>
              </a:rPr>
              <a:t>Sales-Revenues Dashboard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853560" y="3658680"/>
            <a:ext cx="1487160" cy="25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1" strike="noStrike" u="sng">
                <a:solidFill>
                  <a:srgbClr val="0563c1"/>
                </a:solidFill>
                <a:uFillTx/>
                <a:latin typeface="Segoe UI"/>
                <a:ea typeface="Segoe UI"/>
                <a:hlinkClick r:id="rId2"/>
              </a:rPr>
              <a:t>View in Power BI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832320" y="5823720"/>
            <a:ext cx="217692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Segoe UI Semibold"/>
                <a:ea typeface="Segoe UI Semibold"/>
              </a:rPr>
              <a:t>Downloaded at: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Segoe UI"/>
                <a:ea typeface="Segoe UI"/>
              </a:rPr>
              <a:t>6/13/2026 12:24:33 PM UTC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828360" y="5407920"/>
            <a:ext cx="2176920" cy="3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Segoe UI Semibold"/>
                <a:ea typeface="Segoe UI Semibold"/>
              </a:rPr>
              <a:t>Last data refresh: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Segoe UI"/>
                <a:ea typeface="Segoe UI"/>
              </a:rPr>
              <a:t>6/6/2026 7:07:10 PM UTC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87" name="Picture 15" descr="Microsoft Power BI"/>
          <p:cNvPicPr/>
          <p:nvPr/>
        </p:nvPicPr>
        <p:blipFill>
          <a:blip r:embed="rId3"/>
          <a:stretch/>
        </p:blipFill>
        <p:spPr>
          <a:xfrm>
            <a:off x="923400" y="722520"/>
            <a:ext cx="1490040" cy="245160"/>
          </a:xfrm>
          <a:prstGeom prst="rect">
            <a:avLst/>
          </a:prstGeom>
          <a:ln>
            <a:noFill/>
          </a:ln>
        </p:spPr>
      </p:pic>
      <p:pic>
        <p:nvPicPr>
          <p:cNvPr id="88" name="Picture 17" descr=""/>
          <p:cNvPicPr/>
          <p:nvPr/>
        </p:nvPicPr>
        <p:blipFill>
          <a:blip r:embed="rId4"/>
          <a:stretch/>
        </p:blipFill>
        <p:spPr>
          <a:xfrm>
            <a:off x="2139840" y="3694320"/>
            <a:ext cx="161280" cy="152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040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7040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949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949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LibreOffice/6.4.7.2$Linux_X86_64 LibreOffice_project/40$Build-2</Application>
  <Words>27</Words>
  <Paragraphs>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2016-09-04T11:54:55Z</dcterms:created>
  <dc:creator>Power BI</dc:creator>
  <dc:description/>
  <dc:language>en-US</dc:language>
  <cp:lastModifiedBy/>
  <dcterms:modified xsi:type="dcterms:W3CDTF">2026-06-13T15:35:21Z</dcterms:modified>
  <cp:revision>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